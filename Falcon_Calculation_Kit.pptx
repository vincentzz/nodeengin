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9AE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Falcon Unified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Calculation Kit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3749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Hierarchical Dependency-Graph Calculation Engine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Financial Computations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 |  Maven Multi-Module  |  JavaFX Visualization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Multi-module Maven architecture with clear separation of concerns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Unified Calculation Kit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4754880" cy="96012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43000"/>
            <a:ext cx="54864" cy="960120"/>
          </a:xfrm>
          <a:prstGeom prst="rect">
            <a:avLst/>
          </a:prstGeom>
          <a:solidFill>
            <a:srgbClr val="3B9AE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4416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216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graph-computation-core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0876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engine, abstractions,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resolution, JSON serialization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286000"/>
            <a:ext cx="4754880" cy="96012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2286000"/>
            <a:ext cx="54864" cy="960120"/>
          </a:xfrm>
          <a:prstGeom prst="rect">
            <a:avLst/>
          </a:prstGeom>
          <a:solidFill>
            <a:srgbClr val="2DD4A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8716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falcon-calculation-kit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50876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domain nodes,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types (Ask/Bid/Mid)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3429000"/>
            <a:ext cx="4754880" cy="96012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3429000"/>
            <a:ext cx="54864" cy="960120"/>
          </a:xfrm>
          <a:prstGeom prst="rect">
            <a:avLst/>
          </a:prstGeom>
          <a:solidFill>
            <a:srgbClr val="5CB8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3016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502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visual-calculation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508760" y="3840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graph visualizer,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rendering, navigation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286000" y="2103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2286000" y="3246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669280" y="1143000"/>
            <a:ext cx="3017520" cy="3429000"/>
          </a:xfrm>
          <a:prstGeom prst="rect">
            <a:avLst/>
          </a:prstGeom>
          <a:solidFill>
            <a:srgbClr val="0D1A35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594360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9A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9436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31520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9436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731520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9436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731520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21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9436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31520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9436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731520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AssertJ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94360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731520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total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Abstractions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interfaces and records form a type-safe foundation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Unified Calculation Kit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560320" cy="141732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54864" cy="1417320"/>
          </a:xfrm>
          <a:prstGeom prst="rect">
            <a:avLst/>
          </a:prstGeom>
          <a:solidFill>
            <a:srgbClr val="3B9AE1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280160"/>
            <a:ext cx="411480" cy="411480"/>
          </a:xfrm>
          <a:prstGeom prst="oval">
            <a:avLst/>
          </a:prstGeom>
          <a:solidFill>
            <a:srgbClr val="3B9AE1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CalculationNode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interface: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AtomicNode | NodeGroup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143000"/>
            <a:ext cx="2560320" cy="141732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143000"/>
            <a:ext cx="54864" cy="1417320"/>
          </a:xfrm>
          <a:prstGeom prst="rect">
            <a:avLst/>
          </a:prstGeom>
          <a:solidFill>
            <a:srgbClr val="2DD4A8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280160"/>
            <a:ext cx="411480" cy="411480"/>
          </a:xfrm>
          <a:prstGeom prst="oval">
            <a:avLst/>
          </a:prstGeom>
          <a:solidFill>
            <a:srgbClr val="2DD4A8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2336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AtomicNode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computation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dependency resolution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143000"/>
            <a:ext cx="2560320" cy="141732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43000"/>
            <a:ext cx="54864" cy="1417320"/>
          </a:xfrm>
          <a:prstGeom prst="rect">
            <a:avLst/>
          </a:prstGeom>
          <a:solidFill>
            <a:srgbClr val="5CB8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1280160"/>
            <a:ext cx="411480" cy="411480"/>
          </a:xfrm>
          <a:prstGeom prst="oval">
            <a:avLst/>
          </a:prstGeom>
          <a:solidFill>
            <a:srgbClr val="5CB8FF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NodeGroup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scoped exports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2560320" cy="141732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834640"/>
            <a:ext cx="54864" cy="141732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2971800"/>
            <a:ext cx="411480" cy="411480"/>
          </a:xfrm>
          <a:prstGeom prst="oval">
            <a:avLst/>
          </a:prstGeom>
          <a:solidFill>
            <a:srgbClr val="F5B731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8872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ResourceIdentifier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key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identity &amp; typing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2834640"/>
            <a:ext cx="2560320" cy="141732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2834640"/>
            <a:ext cx="54864" cy="1417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3" name="Shape 31"/>
          <p:cNvSpPr/>
          <p:nvPr/>
        </p:nvSpPr>
        <p:spPr>
          <a:xfrm>
            <a:off x="3474720" y="2971800"/>
            <a:ext cx="411480" cy="411480"/>
          </a:xfrm>
          <a:prstGeom prst="oval">
            <a:avLst/>
          </a:prstGeom>
          <a:solidFill>
            <a:srgbClr val="FF6B6B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02336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Flywire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7472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Type-checked cross-hierarchy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between nodes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2834640"/>
            <a:ext cx="2560320" cy="141732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2834640"/>
            <a:ext cx="54864" cy="1417320"/>
          </a:xfrm>
          <a:prstGeom prst="rect">
            <a:avLst/>
          </a:prstGeom>
          <a:solidFill>
            <a:srgbClr val="3B9AE1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2971800"/>
            <a:ext cx="411480" cy="411480"/>
          </a:xfrm>
          <a:prstGeom prst="oval">
            <a:avLst/>
          </a:prstGeom>
          <a:solidFill>
            <a:srgbClr val="3B9AE1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5800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Result&lt;T&gt;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0936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Monadic Success|Failure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error propagation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Hierarchy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types enforce a strict two-branch computation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Unified Calculation Kit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26080" y="1188720"/>
            <a:ext cx="3291840" cy="640080"/>
          </a:xfrm>
          <a:prstGeom prst="rect">
            <a:avLst/>
          </a:prstGeom>
          <a:solidFill>
            <a:srgbClr val="1A4B8C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1188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CalculationNode  (sealed)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840480" cy="228600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54864" cy="2286000"/>
          </a:xfrm>
          <a:prstGeom prst="rect">
            <a:avLst/>
          </a:prstGeom>
          <a:solidFill>
            <a:srgbClr val="2DD4A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AtomicNode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computation unit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inputs() &amp; outputs()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compute(snapshot, deps) method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resolveDependencies()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3840480" cy="228600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286000"/>
            <a:ext cx="54864" cy="2286000"/>
          </a:xfrm>
          <a:prstGeom prst="rect">
            <a:avLst/>
          </a:prstGeom>
          <a:solidFill>
            <a:srgbClr val="5CB8FF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NodeGroup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0" y="2834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container (record)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child CalculationNodes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exports (Include/Exclude)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Flywire cross-hierarchy wiring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1828800"/>
            <a:ext cx="0" cy="457200"/>
          </a:xfrm>
          <a:prstGeom prst="line">
            <a:avLst/>
          </a:prstGeom>
          <a:noFill/>
          <a:ln w="25400">
            <a:solidFill>
              <a:srgbClr val="2DD4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2286000"/>
            <a:ext cx="-1097280" cy="0"/>
          </a:xfrm>
          <a:prstGeom prst="line">
            <a:avLst/>
          </a:prstGeom>
          <a:noFill/>
          <a:ln w="25400">
            <a:solidFill>
              <a:srgbClr val="2DD4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1828800"/>
            <a:ext cx="0" cy="457200"/>
          </a:xfrm>
          <a:prstGeom prst="line">
            <a:avLst/>
          </a:prstGeom>
          <a:noFill/>
          <a:ln w="25400">
            <a:solidFill>
              <a:srgbClr val="5CB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286000"/>
            <a:ext cx="1097280" cy="0"/>
          </a:xfrm>
          <a:prstGeom prst="line">
            <a:avLst/>
          </a:prstGeom>
          <a:noFill/>
          <a:ln w="25400">
            <a:solidFill>
              <a:srgbClr val="5CB8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Calculation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Three-index architecture with hierarchical dependency resolution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Unified Calculation Kit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342900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9A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Three-Index Architecture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3383280" cy="685800"/>
          </a:xfrm>
          <a:prstGeom prst="rect">
            <a:avLst/>
          </a:prstGeom>
          <a:solidFill>
            <a:srgbClr val="0D1A35"/>
          </a:solidFill>
          <a:ln w="9525">
            <a:solidFill>
              <a:srgbClr val="3B9A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A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Index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-&gt; CalculationNode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node lookup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3383280" cy="685800"/>
          </a:xfrm>
          <a:prstGeom prst="rect">
            <a:avLst/>
          </a:prstGeom>
          <a:solidFill>
            <a:srgbClr val="0D1A35"/>
          </a:solidFill>
          <a:ln w="9525">
            <a:solidFill>
              <a:srgbClr val="2DD4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Index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-&gt; ResourceId -&gt; Providers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resource resolution per scope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3383280" cy="685800"/>
          </a:xfrm>
          <a:prstGeom prst="rect">
            <a:avLst/>
          </a:prstGeom>
          <a:solidFill>
            <a:srgbClr val="0D1A35"/>
          </a:solidFill>
          <a:ln w="9525">
            <a:solidFill>
              <a:srgbClr val="F5B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Flywire Index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-&gt; ConnPoint -&gt; Flywire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cross-hierarchy lookup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3931920" cy="342900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Dependency Resolution Order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0" y="1719072"/>
            <a:ext cx="320040" cy="320040"/>
          </a:xfrm>
          <a:prstGeom prst="oval">
            <a:avLst/>
          </a:prstGeom>
          <a:solidFill>
            <a:srgbClr val="FF6B6B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719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Adhoc overrides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2221992"/>
            <a:ext cx="320040" cy="320040"/>
          </a:xfrm>
          <a:prstGeom prst="oval">
            <a:avLst/>
          </a:prstGeom>
          <a:solidFill>
            <a:srgbClr val="FF6B6B">
              <a:alpha val="7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221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Adhoc flywires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connections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2724912"/>
            <a:ext cx="320040" cy="320040"/>
          </a:xfrm>
          <a:prstGeom prst="oval">
            <a:avLst/>
          </a:prstGeom>
          <a:solidFill>
            <a:srgbClr val="FF6B6B">
              <a:alpha val="7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flywires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NodeGroup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3227832"/>
            <a:ext cx="320040" cy="320040"/>
          </a:xfrm>
          <a:prstGeom prst="oval">
            <a:avLst/>
          </a:prstGeom>
          <a:solidFill>
            <a:srgbClr val="FF6B6B">
              <a:alpha val="7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227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 resolution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0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scope providers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0" y="3730752"/>
            <a:ext cx="320040" cy="320040"/>
          </a:xfrm>
          <a:prstGeom prst="oval">
            <a:avLst/>
          </a:prstGeom>
          <a:solidFill>
            <a:srgbClr val="FF6B6B">
              <a:alpha val="7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scope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0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 upward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663440"/>
            <a:ext cx="2743200" cy="0"/>
          </a:xfrm>
          <a:prstGeom prst="rect">
            <a:avLst/>
          </a:prstGeom>
          <a:noFill/>
          <a:ln w="25400">
            <a:solidFill>
              <a:srgbClr val="3B9A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55848" y="4663440"/>
            <a:ext cx="2743200" cy="0"/>
          </a:xfrm>
          <a:prstGeom prst="rect">
            <a:avLst/>
          </a:prstGeom>
          <a:noFill/>
          <a:ln w="25400">
            <a:solidFill>
              <a:srgbClr val="2DD4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54496" y="4663440"/>
            <a:ext cx="2743200" cy="0"/>
          </a:xfrm>
          <a:prstGeom prst="rect">
            <a:avLst/>
          </a:prstGeom>
          <a:noFill/>
          <a:ln w="25400">
            <a:solidFill>
              <a:srgbClr val="F5B73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Multi-Stage Dependencies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dynamically discover dependencies as inputs become available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Unified Calculation Kit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965960" cy="201168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325880"/>
            <a:ext cx="502920" cy="502920"/>
          </a:xfrm>
          <a:prstGeom prst="oval">
            <a:avLst/>
          </a:prstGeom>
          <a:solidFill>
            <a:srgbClr val="3B9AE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9A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 Inputs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declares Ask as input.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resolves AskProvider.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188720"/>
            <a:ext cx="1965960" cy="201168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25880"/>
            <a:ext cx="502920" cy="502920"/>
          </a:xfrm>
          <a:prstGeom prst="oval">
            <a:avLst/>
          </a:prstGeom>
          <a:solidFill>
            <a:srgbClr val="2DD4A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5176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 Next Stage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is resolved. Node now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Bid as next dependency.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188720"/>
            <a:ext cx="1965960" cy="201168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1325880"/>
            <a:ext cx="502920" cy="502920"/>
          </a:xfrm>
          <a:prstGeom prst="oval">
            <a:avLst/>
          </a:prstGeom>
          <a:solidFill>
            <a:srgbClr val="F5B731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Resolved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Ask &amp; Bid available.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resolveDependencies() returns empty.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65960" cy="201168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9520" y="1325880"/>
            <a:ext cx="502920" cy="502920"/>
          </a:xfrm>
          <a:prstGeom prst="oval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4088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compute() calculates MidPrice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Spread from Ask + Bid.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2194560"/>
            <a:ext cx="228600" cy="0"/>
          </a:xfrm>
          <a:prstGeom prst="line">
            <a:avLst/>
          </a:prstGeom>
          <a:noFill/>
          <a:ln w="19050">
            <a:solidFill>
              <a:srgbClr val="3B9A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2194560"/>
            <a:ext cx="228600" cy="0"/>
          </a:xfrm>
          <a:prstGeom prst="line">
            <a:avLst/>
          </a:prstGeom>
          <a:noFill/>
          <a:ln w="19050">
            <a:solidFill>
              <a:srgbClr val="3B9A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2194560"/>
            <a:ext cx="228600" cy="0"/>
          </a:xfrm>
          <a:prstGeom prst="line">
            <a:avLst/>
          </a:prstGeom>
          <a:noFill/>
          <a:ln w="19050">
            <a:solidFill>
              <a:srgbClr val="3B9A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474720"/>
            <a:ext cx="8229600" cy="1143000"/>
          </a:xfrm>
          <a:prstGeom prst="rect">
            <a:avLst/>
          </a:prstGeom>
          <a:solidFill>
            <a:srgbClr val="0D1A35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MidSpreadCalculator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3886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 = (ask.price + bid.price) / 2    |    spread = ask.price - bid.price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MidPrice and Spread for a given instrument — demonstrates conditional dependency chains where Bid is only requested after Ask resolves.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Domain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falcon-calculation-kit implements market data computation nodes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Unified Calculation Kit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114800" cy="137160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54864" cy="1371600"/>
          </a:xfrm>
          <a:prstGeom prst="rect">
            <a:avLst/>
          </a:prstGeom>
          <a:solidFill>
            <a:srgbClr val="2DD4A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FalconResourceId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FalconResourceId(ifo, source, attribute)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Three-part key: instrument + data source + attribute class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3840480" cy="1371600"/>
          </a:xfrm>
          <a:prstGeom prst="rect">
            <a:avLst/>
          </a:prstGeom>
          <a:solidFill>
            <a:srgbClr val="0D1A35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ifo:    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9A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"Bloomberg"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attribute: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B7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Ask.class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114800" cy="182880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43200"/>
            <a:ext cx="54864" cy="182880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Data Attributes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/ Bid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size, 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47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MidPrice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3447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6941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36941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spread, 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941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/ Vwap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39410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metrics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187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MarkToMarket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valuation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743200"/>
            <a:ext cx="3840480" cy="182880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743200"/>
            <a:ext cx="54864" cy="1828800"/>
          </a:xfrm>
          <a:prstGeom prst="rect">
            <a:avLst/>
          </a:prstGeom>
          <a:solidFill>
            <a:srgbClr val="3B9AE1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9A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Implementations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AskProvider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ask prices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20640" y="34472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BidProvider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3447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bid prices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36941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MidSpreadCalculator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36941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&amp; spread from ask/bid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20640" y="39410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VolumeProvider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39410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volume data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4187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VwapCalculator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4187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Volume-weighted avg price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Calculation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canvas-based graph visualizer with Unreal 5-inspired theme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Unified Calculation Kit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965960" cy="502920"/>
          </a:xfrm>
          <a:prstGeom prst="rect">
            <a:avLst/>
          </a:prstGeom>
          <a:solidFill>
            <a:srgbClr val="13204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1440180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188720"/>
            <a:ext cx="1965960" cy="502920"/>
          </a:xfrm>
          <a:prstGeom prst="rect">
            <a:avLst/>
          </a:prstGeom>
          <a:solidFill>
            <a:srgbClr val="132040"/>
          </a:solidFill>
          <a:ln w="12700">
            <a:solidFill>
              <a:srgbClr val="3B9A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9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440180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188720"/>
            <a:ext cx="1965960" cy="502920"/>
          </a:xfrm>
          <a:prstGeom prst="rect">
            <a:avLst/>
          </a:prstGeom>
          <a:solidFill>
            <a:srgbClr val="132040"/>
          </a:solidFill>
          <a:ln w="12700">
            <a:solidFill>
              <a:srgbClr val="2DD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1440180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188720"/>
            <a:ext cx="1965960" cy="502920"/>
          </a:xfrm>
          <a:prstGeom prst="rect">
            <a:avLst/>
          </a:prstGeom>
          <a:solidFill>
            <a:srgbClr val="132040"/>
          </a:solidFill>
          <a:ln w="12700">
            <a:solidFill>
              <a:srgbClr val="5CB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CalculationCanvas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3931920" cy="109728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011680"/>
            <a:ext cx="54864" cy="1097280"/>
          </a:xfrm>
          <a:prstGeom prst="rect">
            <a:avLst/>
          </a:prstGeom>
          <a:solidFill>
            <a:srgbClr val="3B9AE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9A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Canvas Rendering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2423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JavaFX Canvas with node boxes, connection points, and curved bezier wires between inputs and outputs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3931920" cy="109728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011680"/>
            <a:ext cx="54864" cy="1097280"/>
          </a:xfrm>
          <a:prstGeom prst="rect">
            <a:avLst/>
          </a:prstGeom>
          <a:solidFill>
            <a:srgbClr val="2DD4A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Navigation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2423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PathNavigationBar with clickable breadcrumbs for traversing the node hierarchy. Double-click into NodeGroups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3931920" cy="109728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337560"/>
            <a:ext cx="54864" cy="109728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 &amp; Connect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3749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Draggable nodes, flywire creation/deletion UI, and selection management with hover tooltips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337560"/>
            <a:ext cx="3931920" cy="109728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337560"/>
            <a:ext cx="54864" cy="1097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 Theme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3749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 inspired dark UI with neon accent colors and dynamic color assignment per node type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Java features powering a clean, composable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Unified Calculation Kit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51760" cy="100584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1280160"/>
            <a:ext cx="164592" cy="164592"/>
          </a:xfrm>
          <a:prstGeom prst="oval">
            <a:avLst/>
          </a:prstGeom>
          <a:solidFill>
            <a:srgbClr val="3B9AE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Sealed Interfaces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exhaustiveness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51760" cy="100584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280160"/>
            <a:ext cx="164592" cy="164592"/>
          </a:xfrm>
          <a:prstGeom prst="oval">
            <a:avLst/>
          </a:prstGeom>
          <a:solidFill>
            <a:srgbClr val="2DD4A8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 Records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value types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100584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1280160"/>
            <a:ext cx="164592" cy="164592"/>
          </a:xfrm>
          <a:prstGeom prst="oval">
            <a:avLst/>
          </a:prstGeom>
          <a:solidFill>
            <a:srgbClr val="5CB8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Monadic Errors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1072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Result&lt;T&gt; map/flatMap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2651760" cy="100584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" y="2514600"/>
            <a:ext cx="164592" cy="164592"/>
          </a:xfrm>
          <a:prstGeom prst="oval">
            <a:avLst/>
          </a:prstGeom>
          <a:solidFill>
            <a:srgbClr val="F5B73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Multi-Stage Resolution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dependency discovery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331720"/>
            <a:ext cx="2651760" cy="100584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10712" y="2514600"/>
            <a:ext cx="164592" cy="164592"/>
          </a:xfrm>
          <a:prstGeom prst="oval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370332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Path-Based Addressing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10712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graph navigation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331720"/>
            <a:ext cx="2651760" cy="100584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91072" y="2514600"/>
            <a:ext cx="164592" cy="164592"/>
          </a:xfrm>
          <a:prstGeom prst="oval">
            <a:avLst/>
          </a:prstGeom>
          <a:solidFill>
            <a:srgbClr val="3B9AE1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Three-Index Lookup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resolution per scope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566160"/>
            <a:ext cx="2651760" cy="100584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0352" y="3749040"/>
            <a:ext cx="164592" cy="164592"/>
          </a:xfrm>
          <a:prstGeom prst="oval">
            <a:avLst/>
          </a:prstGeom>
          <a:solidFill>
            <a:srgbClr val="2DD4A8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Control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Include/Exclude visibility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46120" y="3566160"/>
            <a:ext cx="2651760" cy="100584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10712" y="3749040"/>
            <a:ext cx="164592" cy="164592"/>
          </a:xfrm>
          <a:prstGeom prst="oval">
            <a:avLst/>
          </a:prstGeom>
          <a:solidFill>
            <a:srgbClr val="F5B731"/>
          </a:solidFill>
          <a:ln/>
        </p:spPr>
      </p:sp>
      <p:sp>
        <p:nvSpPr>
          <p:cNvPr id="37" name="Text 35"/>
          <p:cNvSpPr/>
          <p:nvPr/>
        </p:nvSpPr>
        <p:spPr>
          <a:xfrm>
            <a:off x="370332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 Pattern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10712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graph construction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3566160"/>
            <a:ext cx="2651760" cy="1005840"/>
          </a:xfrm>
          <a:prstGeom prst="rect">
            <a:avLst/>
          </a:prstGeom>
          <a:solidFill>
            <a:srgbClr val="132040"/>
          </a:solidFill>
          <a:ln w="6350">
            <a:solidFill>
              <a:srgbClr val="1A4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91072" y="3749040"/>
            <a:ext cx="164592" cy="164592"/>
          </a:xfrm>
          <a:prstGeom prst="oval">
            <a:avLst/>
          </a:prstGeom>
          <a:solidFill>
            <a:srgbClr val="FF6B6B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Serialization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91072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+ NodeTypeRegistry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9AE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15184"/>
            <a:ext cx="146304" cy="146304"/>
          </a:xfrm>
          <a:prstGeom prst="oval">
            <a:avLst/>
          </a:prstGeom>
          <a:solidFill>
            <a:srgbClr val="3B9AE1"/>
          </a:solidFill>
          <a:ln/>
        </p:spPr>
      </p:sp>
      <p:sp>
        <p:nvSpPr>
          <p:cNvPr id="6" name="Text 3"/>
          <p:cNvSpPr/>
          <p:nvPr/>
        </p:nvSpPr>
        <p:spPr>
          <a:xfrm>
            <a:off x="1691640" y="2560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hierarchical computation graph with sealed interfaces and records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371600" y="2999232"/>
            <a:ext cx="146304" cy="146304"/>
          </a:xfrm>
          <a:prstGeom prst="oval">
            <a:avLst/>
          </a:prstGeom>
          <a:solidFill>
            <a:srgbClr val="2DD4A8"/>
          </a:solidFill>
          <a:ln/>
        </p:spPr>
      </p:sp>
      <p:sp>
        <p:nvSpPr>
          <p:cNvPr id="8" name="Text 5"/>
          <p:cNvSpPr/>
          <p:nvPr/>
        </p:nvSpPr>
        <p:spPr>
          <a:xfrm>
            <a:off x="1691640" y="29443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dependency resolution enables dynamic, conditional workflows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0" y="3383280"/>
            <a:ext cx="146304" cy="146304"/>
          </a:xfrm>
          <a:prstGeom prst="oval">
            <a:avLst/>
          </a:prstGeom>
          <a:solidFill>
            <a:srgbClr val="F5B731"/>
          </a:solidFill>
          <a:ln/>
        </p:spPr>
      </p:sp>
      <p:sp>
        <p:nvSpPr>
          <p:cNvPr id="10" name="Text 7"/>
          <p:cNvSpPr/>
          <p:nvPr/>
        </p:nvSpPr>
        <p:spPr>
          <a:xfrm>
            <a:off x="1691640" y="332841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Three-index engine provides O(1) lookups with cycle detection and caching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371600" y="3767328"/>
            <a:ext cx="146304" cy="146304"/>
          </a:xfrm>
          <a:prstGeom prst="oval">
            <a:avLst/>
          </a:prstGeom>
          <a:solidFill>
            <a:srgbClr val="FF6B6B"/>
          </a:solidFill>
          <a:ln/>
        </p:spPr>
      </p:sp>
      <p:sp>
        <p:nvSpPr>
          <p:cNvPr id="12" name="Text 9"/>
          <p:cNvSpPr/>
          <p:nvPr/>
        </p:nvSpPr>
        <p:spPr>
          <a:xfrm>
            <a:off x="1691640" y="371246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domain layer with extensible attribute types and node implementations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371600" y="4151376"/>
            <a:ext cx="146304" cy="146304"/>
          </a:xfrm>
          <a:prstGeom prst="oval">
            <a:avLst/>
          </a:prstGeom>
          <a:solidFill>
            <a:srgbClr val="5CB8FF"/>
          </a:solidFill>
          <a:ln/>
        </p:spPr>
      </p:sp>
      <p:sp>
        <p:nvSpPr>
          <p:cNvPr id="14" name="Text 11"/>
          <p:cNvSpPr/>
          <p:nvPr/>
        </p:nvSpPr>
        <p:spPr>
          <a:xfrm>
            <a:off x="1691640" y="40965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JavaFX visualizer for debugging and exploring evaluation results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Java 21  |  Maven  |  JavaFX 21  |  Jackson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Falcon Unified Calculation Kit</dc:title>
  <dc:subject>PptxGenJS Presentation</dc:subject>
  <dc:creator>Vincent</dc:creator>
  <cp:lastModifiedBy>Vincent</cp:lastModifiedBy>
  <cp:revision>1</cp:revision>
  <dcterms:created xsi:type="dcterms:W3CDTF">2026-02-08T08:29:32Z</dcterms:created>
  <dcterms:modified xsi:type="dcterms:W3CDTF">2026-02-08T08:29:32Z</dcterms:modified>
</cp:coreProperties>
</file>